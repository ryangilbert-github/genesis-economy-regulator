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9CF4-28E9-3D2E-A9E7-DF9BF2C4A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C13B1-AD5B-60FC-03EF-82EB7979B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912E6-CA27-06C5-9B40-44D21E36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E5ED-ADB8-D44D-8230-1CA6FFF8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94A9C-DBBD-7CB3-C15C-12E9B43A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4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D5E5-A0C3-4CCA-9A2F-90989A14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32A1-4DD9-F5EF-11AF-08F8DB16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D1F9-20BD-8A8A-6B80-C425881D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E27-B9E3-9389-77CD-781AC6FC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DFA1A-18DC-DCE1-4209-9C085E71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3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707F-1BDE-4631-E32A-9FF3D3E6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4B06C-CACB-F33E-79DE-C9423044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4186-4D4A-AEEF-B91D-701A6801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64BF1-54D5-27C0-7BF4-31F32894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9881-E104-41F2-BDAA-AF5D52FA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38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2E2B-71CA-D730-591D-1BC8EE2E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6D78-3857-CE71-25BF-9C3D9B624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5E7EB-0F37-714F-E736-10F9D20FB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1304-BF7E-47EF-F275-1E653E47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A14DD-F9EC-E4E2-67F5-496105C1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1DE23-D59C-3863-D3F0-7FF436BE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55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268A-C9FB-4391-7B09-BA9B6157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ED722-DA79-C842-81EB-E8630262C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21E4C-F588-D423-E49A-38BDF350B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B7FE9-7575-0A7D-EC01-EA148298B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D5F21-E4CD-BD65-F464-518C5A12C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350BD-585A-D09C-BB4F-DF9E0FA6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7D99A-833A-082D-0CA0-B0CF886D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4A208-6967-3F02-125A-DFE533AB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70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2C91-D97B-767C-D77D-68DD0404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3EBF5-D644-7E05-7497-BB74F648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052E0-6363-E036-2227-6343627E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B9CBF-54E7-D090-9FCC-E4D8EEF0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2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91E37-7A02-5BBF-0491-ABC351EC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9343A-E812-64DF-4465-3E93DC71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A529-DCA3-BB84-89F1-068D6CEE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09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A141-9E57-E289-7362-821A83BDA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2543-4306-3C9B-9B01-3224747F0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BBBC3-2F4F-5454-2C2E-871BA81CF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8441C-C13B-7E90-E27B-1D9D6445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0E5ED-6596-BF09-751B-5B1AB638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4A2C6-B81C-8635-D067-059A4BC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7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E710-DAC2-50D1-8556-A44631E8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1C52F-E9D9-776C-8633-F7FA20BA3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7EE44-8BDF-B181-769B-D6C881F2A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54884-B0DA-642F-99C3-8701A45E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BFF2C-AEDA-9650-5E4F-3B5558B4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55B5E-FC17-51F1-AD35-5CD86047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19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5CDC-A4C7-0456-B437-EAEA815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8BCCA-9335-BACB-A03B-E449BFF4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9D99-470E-8A93-FD5B-2BFF1068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5253-2910-6005-49DD-072CCAAC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A391F-08E4-E549-3A25-A4D57B72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0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EF54A-1E57-3C91-9CBF-81C646A7E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CF0C6-1E85-4122-F7B2-4272C1C1C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AE64-EB09-AF14-F787-A81B27C5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AA91-E796-56D9-CF25-274E3E37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1253-DC85-1744-1F31-910CF86F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D1877-B5A4-FA77-2C6B-3BFBCCC1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16CB-E054-E0AB-BBDA-C0186E5D3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A241-A2FD-BF0B-4FA1-E9AF76A31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645BC-E227-4BDD-A774-78DB4138631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E1E07-6C8F-1951-4F4B-8FDAAD87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61BE-76B2-30AA-8DE9-E8E9C2781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6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E32C-BE6D-F95E-5168-E0D5A90C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891"/>
            <a:ext cx="9144000" cy="2387600"/>
          </a:xfrm>
        </p:spPr>
        <p:txBody>
          <a:bodyPr/>
          <a:lstStyle/>
          <a:p>
            <a:r>
              <a:rPr lang="en-GB" dirty="0"/>
              <a:t>Genesis Module 2: The AI Central Banker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A7C56-C4E3-C62A-4C44-169C5B919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302"/>
            <a:ext cx="9144000" cy="36981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Automated Economic Stabilization using Control Theory</a:t>
            </a:r>
            <a:endParaRPr lang="en-GB" sz="20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C2A7646-1D78-052B-D682-E426F398217F}"/>
              </a:ext>
            </a:extLst>
          </p:cNvPr>
          <p:cNvSpPr txBox="1">
            <a:spLocks/>
          </p:cNvSpPr>
          <p:nvPr/>
        </p:nvSpPr>
        <p:spPr>
          <a:xfrm>
            <a:off x="9290304" y="6104831"/>
            <a:ext cx="2572512" cy="369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 Ryan Gilbert</a:t>
            </a:r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BB8CD4-95A6-0B34-EA27-179006FB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3721" y="4063931"/>
            <a:ext cx="3658101" cy="171576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F52C74-4887-BE4E-2AA1-9961BE85B3C6}"/>
              </a:ext>
            </a:extLst>
          </p:cNvPr>
          <p:cNvSpPr txBox="1"/>
          <p:nvPr/>
        </p:nvSpPr>
        <p:spPr>
          <a:xfrm>
            <a:off x="5001768" y="6028130"/>
            <a:ext cx="2572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Source:</a:t>
            </a:r>
            <a:r>
              <a:rPr lang="en-GB" sz="1100" dirty="0"/>
              <a:t> dashboard/app.py</a:t>
            </a:r>
          </a:p>
        </p:txBody>
      </p:sp>
    </p:spTree>
    <p:extLst>
      <p:ext uri="{BB962C8B-B14F-4D97-AF65-F5344CB8AC3E}">
        <p14:creationId xmlns:p14="http://schemas.microsoft.com/office/powerpoint/2010/main" val="201132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D9DA-122F-7FDB-23B4-D2910EE9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The Silent Killer: Hyperinflation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372-5B0F-9177-328F-389FB4F8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8823"/>
          </a:xfrm>
        </p:spPr>
        <p:txBody>
          <a:bodyPr/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Infinite Faucets</a:t>
            </a:r>
            <a:r>
              <a:rPr lang="en-GB" sz="2400" b="1" dirty="0"/>
              <a:t>:</a:t>
            </a:r>
            <a:r>
              <a:rPr lang="en-GB" sz="2400" dirty="0"/>
              <a:t> In MMOs, monsters spawn forever, printing infinite money.</a:t>
            </a:r>
            <a:endParaRPr lang="en-GB" sz="20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Static Sinks</a:t>
            </a:r>
            <a:r>
              <a:rPr lang="en-GB" b="1" dirty="0"/>
              <a:t>: </a:t>
            </a:r>
            <a:r>
              <a:rPr lang="en-GB" sz="2400" dirty="0"/>
              <a:t>Vendor prices and repair bills rarely change.</a:t>
            </a:r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The Result</a:t>
            </a:r>
            <a:r>
              <a:rPr lang="en-GB" sz="2400" b="1" dirty="0"/>
              <a:t>:</a:t>
            </a:r>
            <a:r>
              <a:rPr lang="en-GB" sz="2400" dirty="0"/>
              <a:t> Money supply grows exponentially </a:t>
            </a:r>
            <a:r>
              <a:rPr lang="en-GB" sz="2400" dirty="0">
                <a:sym typeface="Wingdings" panose="05000000000000000000" pitchFamily="2" charset="2"/>
              </a:rPr>
              <a:t> Currency becomes worthless  New players cannot compete.</a:t>
            </a:r>
            <a:endParaRPr lang="en-GB" sz="2400" dirty="0"/>
          </a:p>
          <a:p>
            <a:endParaRPr lang="en-GB" dirty="0"/>
          </a:p>
        </p:txBody>
      </p:sp>
      <p:pic>
        <p:nvPicPr>
          <p:cNvPr id="1026" name="Picture 2" descr="Image of an exponential curve graph">
            <a:extLst>
              <a:ext uri="{FF2B5EF4-FFF2-40B4-BE49-F238E27FC236}">
                <a16:creationId xmlns:a16="http://schemas.microsoft.com/office/drawing/2014/main" id="{AFDB7856-C1B7-4051-32FE-1A789B6F3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601" y="3719385"/>
            <a:ext cx="3118000" cy="273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9E5F4-506E-E810-AB09-D5DA41D47384}"/>
              </a:ext>
            </a:extLst>
          </p:cNvPr>
          <p:cNvSpPr txBox="1"/>
          <p:nvPr/>
        </p:nvSpPr>
        <p:spPr>
          <a:xfrm>
            <a:off x="4433415" y="6287308"/>
            <a:ext cx="2188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Getty Images</a:t>
            </a:r>
          </a:p>
        </p:txBody>
      </p:sp>
    </p:spTree>
    <p:extLst>
      <p:ext uri="{BB962C8B-B14F-4D97-AF65-F5344CB8AC3E}">
        <p14:creationId xmlns:p14="http://schemas.microsoft.com/office/powerpoint/2010/main" val="181687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A733-37A3-1A78-DAC3-D6CD0B12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Dynamic Monetary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5574-4CBB-5F32-52EC-E7CAD7A6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793"/>
            <a:ext cx="10515600" cy="36424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Concept A</a:t>
            </a:r>
            <a:r>
              <a:rPr lang="en-GB" b="1" dirty="0"/>
              <a:t>:</a:t>
            </a:r>
            <a:r>
              <a:rPr lang="en-GB" dirty="0"/>
              <a:t> “Central Bank” AI that monitors the Total Money Supply in real-time.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Mechanism</a:t>
            </a:r>
            <a:r>
              <a:rPr lang="en-GB" b="1" dirty="0"/>
              <a:t>:</a:t>
            </a:r>
            <a:r>
              <a:rPr lang="en-GB" dirty="0"/>
              <a:t> If inflation &gt; Target, the AI </a:t>
            </a:r>
            <a:r>
              <a:rPr lang="en-GB" b="1" u="sng" dirty="0"/>
              <a:t>raises</a:t>
            </a:r>
            <a:r>
              <a:rPr lang="en-GB" dirty="0"/>
              <a:t> the Transaction Tax (Burn Rate).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Logic</a:t>
            </a:r>
            <a:r>
              <a:rPr lang="en-GB" b="1" dirty="0"/>
              <a:t>:</a:t>
            </a:r>
            <a:r>
              <a:rPr lang="en-GB" dirty="0"/>
              <a:t> Uses a Proportional-Integral-Derivative (PID) loop to apply force against the market trend.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Goal</a:t>
            </a:r>
            <a:r>
              <a:rPr lang="en-GB" b="1" dirty="0"/>
              <a:t>:</a:t>
            </a:r>
            <a:r>
              <a:rPr lang="en-GB" dirty="0"/>
              <a:t> Keep the economy stable without human intervention.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906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92D-0767-C699-FDA6-C1451BEE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Python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95B4-F1E6-23E2-79CC-7BD8866E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Core Logic</a:t>
            </a:r>
            <a:r>
              <a:rPr lang="en-GB" dirty="0"/>
              <a:t>: </a:t>
            </a:r>
          </a:p>
          <a:p>
            <a:pPr lvl="1"/>
            <a:r>
              <a:rPr lang="en-GB" b="1" dirty="0"/>
              <a:t>Economy </a:t>
            </a:r>
            <a:r>
              <a:rPr lang="en-GB" i="1" dirty="0"/>
              <a:t>Class</a:t>
            </a:r>
            <a:r>
              <a:rPr lang="en-GB" b="1" dirty="0"/>
              <a:t> </a:t>
            </a:r>
            <a:r>
              <a:rPr lang="en-GB" dirty="0"/>
              <a:t>tracks global M1 supply.</a:t>
            </a:r>
          </a:p>
          <a:p>
            <a:pPr lvl="1"/>
            <a:r>
              <a:rPr lang="en-GB" b="1" dirty="0" err="1"/>
              <a:t>CentralBankAI</a:t>
            </a:r>
            <a:r>
              <a:rPr lang="en-GB" dirty="0"/>
              <a:t> </a:t>
            </a:r>
            <a:r>
              <a:rPr lang="en-GB" i="1" dirty="0"/>
              <a:t>Class</a:t>
            </a:r>
            <a:r>
              <a:rPr lang="en-GB" dirty="0"/>
              <a:t> decides policy.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Strategies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The Hawk</a:t>
            </a:r>
            <a:r>
              <a:rPr lang="en-GB" dirty="0"/>
              <a:t>: Aggressive Intervention (High $</a:t>
            </a:r>
            <a:r>
              <a:rPr lang="en-GB" dirty="0" err="1"/>
              <a:t>K_p</a:t>
            </a:r>
            <a:r>
              <a:rPr lang="en-GB" dirty="0"/>
              <a:t>$)</a:t>
            </a:r>
          </a:p>
          <a:p>
            <a:pPr lvl="1"/>
            <a:r>
              <a:rPr lang="en-GB" b="1" dirty="0"/>
              <a:t>The Dove</a:t>
            </a:r>
            <a:r>
              <a:rPr lang="en-GB" dirty="0"/>
              <a:t>: Passive observation(Low $</a:t>
            </a:r>
            <a:r>
              <a:rPr lang="en-GB" dirty="0" err="1"/>
              <a:t>K_p</a:t>
            </a:r>
            <a:r>
              <a:rPr lang="en-GB" dirty="0"/>
              <a:t>$)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Simulation</a:t>
            </a:r>
            <a:r>
              <a:rPr lang="en-GB" dirty="0"/>
              <a:t>: </a:t>
            </a:r>
            <a:r>
              <a:rPr lang="en-GB" dirty="0" err="1"/>
              <a:t>Streamlit</a:t>
            </a:r>
            <a:r>
              <a:rPr lang="en-GB" dirty="0"/>
              <a:t> Dashboard runs 365-day cycles in milliseconds.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64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EA78C-35B7-300B-AAF4-8FF74BB8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Resilience Testing &amp; Failure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7609-1719-45A1-085A-754F67B91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873"/>
            <a:ext cx="10515600" cy="4351338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Scenario</a:t>
            </a:r>
            <a:r>
              <a:rPr lang="en-GB" dirty="0"/>
              <a:t>: A "Whale Deposit" injected 2M Gold (200% spike) on Day 97.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Observation</a:t>
            </a:r>
            <a:r>
              <a:rPr lang="en-GB" dirty="0"/>
              <a:t>: The “Balanced” AI reacted too slowly, causing a 40-day inflation spike followed by a deflationary crash.</a:t>
            </a:r>
          </a:p>
          <a:p>
            <a:r>
              <a:rPr lang="en-GB" b="1">
                <a:solidFill>
                  <a:schemeClr val="accent6">
                    <a:lumMod val="75000"/>
                  </a:schemeClr>
                </a:solidFill>
              </a:rPr>
              <a:t>Key Findings</a:t>
            </a:r>
            <a:r>
              <a:rPr lang="en-GB"/>
              <a:t>: </a:t>
            </a:r>
            <a:r>
              <a:rPr lang="en-GB" dirty="0"/>
              <a:t>A simple Proportional Controller is insufficient for impulse events. A Derivative (D) term is required to predict recovery and prevention over-correction.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9D09B-7372-F754-EA3E-527DF5950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615" y="4693604"/>
            <a:ext cx="5108977" cy="19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266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Genesis Module 2: The AI Central Banker</vt:lpstr>
      <vt:lpstr>The Silent Killer: Hyperinflation</vt:lpstr>
      <vt:lpstr>Dynamic Monetary Policy</vt:lpstr>
      <vt:lpstr>Python Implementation</vt:lpstr>
      <vt:lpstr>Resilience Testing &amp; Failure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Gilbert</dc:creator>
  <cp:lastModifiedBy>Ryan Gilbert</cp:lastModifiedBy>
  <cp:revision>26</cp:revision>
  <dcterms:created xsi:type="dcterms:W3CDTF">2026-02-04T20:45:53Z</dcterms:created>
  <dcterms:modified xsi:type="dcterms:W3CDTF">2026-02-10T20:08:44Z</dcterms:modified>
</cp:coreProperties>
</file>